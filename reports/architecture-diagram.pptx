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3GPP RCA Benchmark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F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Data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14B SLMs on SageMaker AI for 5G Root Cause Analysis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 ·  Amazon SageMaker  ·  Amazon Bedrock  ·  Amazon S3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0" y="45720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4572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Mistral-Nemo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0" y="45720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066CC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4572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06640" y="45720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B8A2D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0" y="45720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14300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29968" y="1874520"/>
            <a:ext cx="2834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3172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E6F5E8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325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31720" y="1965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train.jsonl / test.jsonl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904488" y="1874520"/>
            <a:ext cx="2834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0624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FF4E5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06240" y="1325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Fine-Tune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1965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SageMaker AI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Jobs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779008" y="1874520"/>
            <a:ext cx="2834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8076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1325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Evaluate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1965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 API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653528" y="1874520"/>
            <a:ext cx="2834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5528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FF4E5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55280" y="1325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Inference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0" y="1965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SageMaker AI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Jobs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528048" y="1874520"/>
            <a:ext cx="2834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2980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E8F4FD"/>
          </a:solidFill>
          <a:ln w="19050">
            <a:solidFill>
              <a:srgbClr val="0066C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29800" y="1325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Score &amp;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29800" y="19659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Python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SDKs &amp; Libraries:  SageMaker Python SDK  ·  boto3  ·  transformers  ·  peft  ·  trl  ·  bitsandbytes  ·  accelerate  ·  datasets  ·  scikit-learn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977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Fine-Tuned (QLoRA 4-bit)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34340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3708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Mistral-Nemo-Base-2407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709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mistralai  ·  1× A10G (ml.g5.2xlarge)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297680" y="434340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066C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297680" y="43708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Qwen3-14B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97680" y="4709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 ·  4× A10G (ml.g5.12xlarge)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138160" y="434340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138160" y="43708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12B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38160" y="4709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 ·  1× A10G (ml.g5.2xlarge)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" y="52578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Models (Amazon Bedrock)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86000" y="562356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286000" y="5623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86000" y="5897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us.anthropic.claude-opus-4-6-v1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400800" y="562356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0" y="5623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Nova Pro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0" y="5897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amazon.nova-pro-v1:0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 Bucket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14300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100584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E6F5E8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s3://your-telco-llm-bucket/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0760" y="1554480"/>
            <a:ext cx="-461772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4320" y="20116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0066CC"/>
          </a:solidFill>
          <a:ln w="19050">
            <a:solidFill>
              <a:srgbClr val="0066C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test JSONL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2194560" cy="438912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889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train.jsonl (1,300 examples)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2194560" cy="438912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918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test.jsonl (992 examples)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4320" y="3886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Manual upload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080760" y="1554480"/>
            <a:ext cx="-160020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91840" y="20116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F9900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adapter weights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83280" y="2788920"/>
            <a:ext cx="2194560" cy="438912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7889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mistral-nemo-base-2407/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output.tar.gz → adapter/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383280" y="3291840"/>
            <a:ext cx="2194560" cy="438912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2918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qwen3-14b/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output.tar.gz → adapter/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383280" y="3794760"/>
            <a:ext cx="2194560" cy="438912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37947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gemma-3-12b-pt/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output.tar.gz → adapter/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291840" y="4389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SageMaker Training Job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080760" y="1554480"/>
            <a:ext cx="150876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00800" y="20116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6B21A8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inference-output/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 predictions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92240" y="2788920"/>
            <a:ext cx="2194560" cy="438912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27889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mistral-nemo-base-2407/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preds_*_slm.jsonl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492240" y="3291840"/>
            <a:ext cx="2194560" cy="438912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2918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qwen3-14b/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preds_*_slm.jsonl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492240" y="3794760"/>
            <a:ext cx="2194560" cy="438912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379476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gemma-3-12b-pt/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preds_*_slm.jsonl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400800" y="4389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SageMaker Inference Job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080760" y="1554480"/>
            <a:ext cx="470916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01200" y="20116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60120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results/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0120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692640" y="2788920"/>
            <a:ext cx="2194560" cy="438912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84080" y="278892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results.json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692640" y="3291840"/>
            <a:ext cx="2194560" cy="438912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84080" y="329184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results_final.json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9601200" y="3886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Manual upload after scoring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74320" y="5760720"/>
            <a:ext cx="11612880" cy="640080"/>
          </a:xfrm>
          <a:prstGeom prst="roundRect">
            <a:avLst>
              <a:gd name="adj" fmla="val 8571"/>
            </a:avLst>
          </a:prstGeom>
          <a:solidFill>
            <a:srgbClr val="E8F4FD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5760720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flow:  Manual upload → data/  |  submit_training.py → output/  |  submit_inference.py → inference-output/  |  evaluate.py → results/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SageMaker AI Training Job Flow — Fine-Tuning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14300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submit_training.py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SageMaker Python SDK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0" y="1737360"/>
            <a:ext cx="9144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286000" y="1417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CreateTrainingJob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5029200" cy="2560320"/>
          </a:xfrm>
          <a:prstGeom prst="roundRect">
            <a:avLst>
              <a:gd name="adj" fmla="val 2857"/>
            </a:avLst>
          </a:prstGeom>
          <a:solidFill>
            <a:srgbClr val="FFF4E5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960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SageMaker AI — Training Job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141732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4173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 DLC: PyTorch 2.8.0 + Transformers 4.56.2 + CUDA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66160" y="2057400"/>
            <a:ext cx="1005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66160" y="20574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base model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(QLoRA 4-bit via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bitsandbytes)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137160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09160" y="2057400"/>
            <a:ext cx="1005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20574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LoRA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(peft)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715000" y="2468880"/>
            <a:ext cx="137160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52160" y="2057400"/>
            <a:ext cx="10058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52160" y="20574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SFTTrainer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(trl)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325 steps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858000" y="2468880"/>
            <a:ext cx="137160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95160" y="2057400"/>
            <a:ext cx="1005840" cy="822960"/>
          </a:xfrm>
          <a:prstGeom prst="roundRect">
            <a:avLst>
              <a:gd name="adj" fmla="val 8889"/>
            </a:avLst>
          </a:prstGeom>
          <a:solidFill>
            <a:srgbClr val="E6F5E8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95160" y="20574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adapter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/opt/ml/model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474720" y="3017520"/>
            <a:ext cx="4480560" cy="320040"/>
          </a:xfrm>
          <a:prstGeom prst="roundRect">
            <a:avLst>
              <a:gd name="adj" fmla="val 22857"/>
            </a:avLst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74720" y="3017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GPU: ml.g5.2xlarge (1× A10G 24GB) or ml.g5.12xlarge (4× A10G 96GB)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961120" y="109728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E6F5E8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961120" y="10972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S3: output/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&lt;model-slug&gt;/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output.tar.gz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29600" y="1737360"/>
            <a:ext cx="731520" cy="-182880"/>
          </a:xfrm>
          <a:prstGeom prst="line">
            <a:avLst/>
          </a:prstGeom>
          <a:noFill/>
          <a:ln w="25400">
            <a:solidFill>
              <a:srgbClr val="1B8A2D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229600" y="1325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961120" y="25603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3E8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961120" y="25603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Hub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 weights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(downloaded at job start)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961120" y="2971800"/>
            <a:ext cx="-731520" cy="-685800"/>
          </a:xfrm>
          <a:prstGeom prst="line">
            <a:avLst/>
          </a:prstGeom>
          <a:noFill/>
          <a:ln w="19050">
            <a:solidFill>
              <a:srgbClr val="6B21A8"/>
            </a:solidFill>
            <a:prstDash val="dash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868680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74320" y="30175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E6F5E8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" y="30175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S3: data/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train.jsonl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0" y="3337560"/>
            <a:ext cx="914400" cy="-868680"/>
          </a:xfrm>
          <a:prstGeom prst="line">
            <a:avLst/>
          </a:prstGeom>
          <a:noFill/>
          <a:ln w="19050">
            <a:solidFill>
              <a:srgbClr val="1B8A2D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210312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74320" y="3931920"/>
            <a:ext cx="11612880" cy="4572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93192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Flow:  submit_training.py → SageMaker CreateTrainingJob → DLC spins up → downloads HF model → reads S3 data → trains LoRA → saves adapter to S3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Per-Model Training Configuration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029200"/>
          <a:ext cx="116128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1371600"/>
                <a:gridCol w="731520"/>
                <a:gridCol w="10972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Quantization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Mistral-Nemo-Base-2407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ml.g5.2xlarge (1× A10G)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QLoRA 4-bit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~41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~$1.31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Qwen3-14B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ml.g5.12xlarge (4× A10G)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QLoRA 4-bit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~93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~$11.78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3 12B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ml.g5.2xlarge (1× A10G)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QLoRA 4-bit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~87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~$2.49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SageMaker AI Inference Job Flow — SLM Batch Prediction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14300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submit_inference.py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SageMaker SDK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03120" y="1645920"/>
            <a:ext cx="8229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91440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FF4E5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SageMaker AI — Inference Job (Training Job API)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41732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08960" y="141732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base model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(QLoRA 4-bit)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97680" y="1801368"/>
            <a:ext cx="137160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34840" y="141732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34840" y="141732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LoRA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from S3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623560" y="1801368"/>
            <a:ext cx="137160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760720" y="141732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141732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992 test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49440" y="1801368"/>
            <a:ext cx="137160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86600" y="141732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86600" y="141732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preds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output/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08960" y="2377440"/>
            <a:ext cx="5120640" cy="411480"/>
          </a:xfrm>
          <a:prstGeom prst="roundRect">
            <a:avLst>
              <a:gd name="adj" fmla="val 17778"/>
            </a:avLst>
          </a:prstGeom>
          <a:solidFill>
            <a:srgbClr val="F3E8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108960" y="23774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Qwen3: native chat template (&lt;|im_start|&gt;/&lt;|im_end|&gt;) + /no_think + StopOnImEnd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7432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E6F5E8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S3: data/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test.jsonl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03120" y="3017520"/>
            <a:ext cx="822960" cy="-1005840"/>
          </a:xfrm>
          <a:prstGeom prst="line">
            <a:avLst/>
          </a:prstGeom>
          <a:noFill/>
          <a:ln w="19050">
            <a:solidFill>
              <a:srgbClr val="1B8A2D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82880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74320" y="35661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E6F5E8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4320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S3: output/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adapter/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03120" y="3840480"/>
            <a:ext cx="822960" cy="-1280160"/>
          </a:xfrm>
          <a:prstGeom prst="line">
            <a:avLst/>
          </a:prstGeom>
          <a:noFill/>
          <a:ln w="19050">
            <a:solidFill>
              <a:srgbClr val="1B8A2D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82880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961120" y="11887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E6F5E8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961120" y="1188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S3: inference-output/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&lt;model-slug&gt;/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preds_*_slm.jsonl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412480" y="1645920"/>
            <a:ext cx="548640" cy="-45720"/>
          </a:xfrm>
          <a:prstGeom prst="line">
            <a:avLst/>
          </a:prstGeom>
          <a:noFill/>
          <a:ln w="25400">
            <a:solidFill>
              <a:srgbClr val="1B8A2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961120" y="237744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3E8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96112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Hub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 weights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961120" y="2697480"/>
            <a:ext cx="-548640" cy="-685800"/>
          </a:xfrm>
          <a:prstGeom prst="line">
            <a:avLst/>
          </a:prstGeom>
          <a:noFill/>
          <a:ln w="12700">
            <a:solidFill>
              <a:srgbClr val="6B21A8"/>
            </a:solidFill>
            <a:prstDash val="dash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27432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Post-Inference Scoring Pipeline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89204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E6F5E8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4320" y="4892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output.tar.gz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011680" y="525780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240280" y="489204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240280" y="4892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preds_*.jsonl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977640" y="525780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206240" y="489204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E8F4FD"/>
          </a:solidFill>
          <a:ln w="19050">
            <a:solidFill>
              <a:srgbClr val="0066C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206240" y="4892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filter.py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removal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943600" y="525780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172200" y="489204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E8F4FD"/>
          </a:solidFill>
          <a:ln w="19050">
            <a:solidFill>
              <a:srgbClr val="0066C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172200" y="4892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evaluate.py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F1/Precision/Recall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909560" y="525780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138160" y="489204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8138160" y="4892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results.json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 metrics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875520" y="5257800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0104120" y="489204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E6F5E8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0104120" y="4892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to S3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results/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 — Frontier Model Evaluation 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14300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evaluate_bedrock.py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645920"/>
            <a:ext cx="914400" cy="0"/>
          </a:xfrm>
          <a:prstGeom prst="line">
            <a:avLst/>
          </a:prstGeom>
          <a:noFill/>
          <a:ln w="25400">
            <a:solidFill>
              <a:srgbClr val="6B21A8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103120" y="1325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boto3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 API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017520" y="914400"/>
            <a:ext cx="5029200" cy="2286000"/>
          </a:xfrm>
          <a:prstGeom prst="roundRect">
            <a:avLst>
              <a:gd name="adj" fmla="val 3200"/>
            </a:avLst>
          </a:prstGeom>
          <a:solidFill>
            <a:srgbClr val="F3E8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4173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4.6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us.anthropic.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claude-opus-4-6-v1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69280" y="141732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14173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Nova Pro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amazon.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nova-pro-v1:0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91840" y="23317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066C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23317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examples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892040" y="23317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3317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5-shot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labeled examples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492240" y="23317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23317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5-shot CoT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examples + CoT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686800" y="118872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E6F5E8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0" y="1188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results/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preds_&lt;model&gt;_&lt;strategy&gt;.jsonl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46720" y="1645920"/>
            <a:ext cx="640080" cy="-137160"/>
          </a:xfrm>
          <a:prstGeom prst="line">
            <a:avLst/>
          </a:prstGeom>
          <a:noFill/>
          <a:ln w="25400">
            <a:solidFill>
              <a:srgbClr val="1B8A2D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74320" y="3474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Evaluation Runs (3 strategies × 2 models)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8862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391363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13308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zero_shot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74320" y="43434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93.45%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40280" y="38862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240280" y="391363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40280" y="413308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five_shot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240280" y="43434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98.99%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06240" y="38862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206240" y="391363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06240" y="413308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five_shot_cot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206240" y="43434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99.39%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8862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72200" y="391363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72200" y="413308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zero_shot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172200" y="43434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90.83%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38160" y="38862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138160" y="391363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138160" y="413308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five_shot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8138160" y="43434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97.77%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104120" y="38862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104120" y="391363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104120" y="4133088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five_shot_cot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0104120" y="43434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97.16%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432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 (all runs)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5394960"/>
            <a:ext cx="11612880" cy="64008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5394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are a 5G core network expert. Analyze 3GPP signaling logs and identify the root cause. Respond with ONLY a JSON array containing one label from: [core_network_failure, authentication_failure, normal, ...]"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 4-bit Fine-Tuning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14300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 (Frozen, 4-bit Quantized)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~14B parameters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via bitsandbytes NF4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~6-7 GB VRAM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35661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286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35661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7889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(Q, K, V, O)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35661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291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(gate, up, down)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35661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794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 Head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0" y="1097280"/>
            <a:ext cx="3200400" cy="3200400"/>
          </a:xfrm>
          <a:prstGeom prst="roundRect">
            <a:avLst>
              <a:gd name="adj" fmla="val 2286"/>
            </a:avLst>
          </a:prstGeom>
          <a:solidFill>
            <a:srgbClr val="FFF4E5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0" y="1143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Adapter (Trainable)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1508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1% of total parameters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r=16, alpha=32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q_proj, v_proj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77840" y="228600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2286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W' = W_frozen + B × A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d×r   B: r×d   (r=16)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301752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and B are trained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~0.5% of total weights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77840" y="36576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E6F5E8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77840" y="3657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as adapter/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~50-100 MB per model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2743200"/>
            <a:ext cx="73152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572000" y="2423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at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9144000" y="109728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E8F4FD"/>
          </a:solidFill>
          <a:ln w="19050">
            <a:solidFill>
              <a:srgbClr val="0066C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0" y="1554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SFTTrainer (trl)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326880" y="18288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batch_size: 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326880" y="21031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grad_accum: 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326880" y="23774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eff. batch: 8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326880" y="26517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max_steps: 325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326880" y="29260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2e-4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326880" y="32004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scheduler: cosine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326880" y="34747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bf16: true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326880" y="37490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max_seq_len: 2048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4754880"/>
            <a:ext cx="11247120" cy="731520"/>
          </a:xfrm>
          <a:prstGeom prst="roundRect">
            <a:avLst>
              <a:gd name="adj" fmla="val 7500"/>
            </a:avLst>
          </a:prstGeom>
          <a:solidFill>
            <a:srgbClr val="E8F4FD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7548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QLoRA 4-bit?  All 12-14B models exceed 24GB A10G VRAM in BF16 with training overhead. QLoRA compresses base weights to 4-bit NF4 (~6-7GB), leaving headroom for activations, gradients, and optimizer states. Qwen3-14B additionally needs 4× GPUs due to heavier activation memory.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Generation 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14300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generate_data.py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boto3 Bedrock client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0" y="1645920"/>
            <a:ext cx="914400" cy="0"/>
          </a:xfrm>
          <a:prstGeom prst="line">
            <a:avLst/>
          </a:prstGeom>
          <a:noFill/>
          <a:ln w="25400">
            <a:solidFill>
              <a:srgbClr val="6B21A8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286000" y="1325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InvokeModel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3E8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371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synthetic 3GPP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NAS/NGAP/RRC logs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0" y="1645920"/>
            <a:ext cx="914400" cy="0"/>
          </a:xfrm>
          <a:prstGeom prst="line">
            <a:avLst/>
          </a:prstGeom>
          <a:noFill/>
          <a:ln w="25400">
            <a:solidFill>
              <a:srgbClr val="1B8A2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0" y="10058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E6F5E8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Output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0664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{"log": "2024-01-15...",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"root_cause": ["congestion"]}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686800" y="2377440"/>
            <a:ext cx="0" cy="548640"/>
          </a:xfrm>
          <a:prstGeom prst="line">
            <a:avLst/>
          </a:prstGeom>
          <a:noFill/>
          <a:ln w="19050">
            <a:solidFill>
              <a:srgbClr val="1B8A2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0" y="29260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E6F5E8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2926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S3: data/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train.jsonl + test.jsonl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Failure Types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291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core_network_failure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4320" y="37033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authentication_failure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411480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41148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452628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0066C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45262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handover_failure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74720" y="329184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74720" y="3291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474720" y="370332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474720" y="37033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qos_violation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74720" y="411480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CA8A04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0" y="41148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transport_jitter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74720" y="452628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474720" y="45262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radio_failure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5029200"/>
            <a:ext cx="11338560" cy="548640"/>
          </a:xfrm>
          <a:prstGeom prst="roundRect">
            <a:avLst>
              <a:gd name="adj" fmla="val 6667"/>
            </a:avLst>
          </a:prstGeom>
          <a:solidFill>
            <a:srgbClr val="E8F4FD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502920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 train.jsonl = 1,300 examples  |  test.jsonl = 992 examples  |  ~124-125 per failure type  |  Balanced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Sympathetic Noise Filter — Post-Processing Pipeline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14300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Model Output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(free-form text or JSON)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0" y="1645920"/>
            <a:ext cx="64008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00400" y="109728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E8F4FD"/>
          </a:solidFill>
          <a:ln w="19050">
            <a:solidFill>
              <a:srgbClr val="0066C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Extract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1417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extract_root_cause_from_text()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JSON array parsing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Exact label matching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Fuzzy keyword synonyms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&lt;think&gt; block stripping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760720" y="1645920"/>
            <a:ext cx="64008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0" y="109728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FF4E5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Filter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14173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filter_sympathetic_noise()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Remove 15 noise codes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Normalize to 8 valid labels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Default to 'normal'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if all filtered out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8961120" y="1645920"/>
            <a:ext cx="640080" cy="0"/>
          </a:xfrm>
          <a:prstGeom prst="line">
            <a:avLst/>
          </a:prstGeom>
          <a:noFill/>
          <a:ln w="25400">
            <a:solidFill>
              <a:srgbClr val="1B8A2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01200" y="11887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6F5E8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0" y="11887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Labels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["congestion"]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2743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Sympathetic Noise Codes (removed before scoring)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154680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3154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HEARTBEAT_TIMEOUT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502152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5021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KEEPALIVE_FAIL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849624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38496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KEEPALIVE_TIMEOUT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4197096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41970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SECONDARY_ALARM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4544568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45445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CASCADING_FAILURE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06240" y="3154680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06240" y="3154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PFCP_HEARTBEAT_TIMEOUT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06240" y="3502152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206240" y="35021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N2_HEARTBEAT_TIMEOUT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06240" y="3849624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206240" y="38496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N11_HEARTBEAT_TIMEOUT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06240" y="4197096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206240" y="41970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TIMER_EXPIRY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206240" y="4544568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206240" y="45445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RETRANSMISSION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138160" y="3154680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138160" y="3154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DUPLICATE_NAS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138160" y="3502152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138160" y="35021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SPURIOUS_MEASUREMENT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138160" y="3849624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138160" y="38496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BEAM_FAILURE_RECOVERY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138160" y="4197096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138160" y="41970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RLC_RETRANSMISSION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138160" y="4544568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138160" y="45445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HARQ_NACK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5212080"/>
            <a:ext cx="11338560" cy="502920"/>
          </a:xfrm>
          <a:prstGeom prst="roundRect">
            <a:avLst>
              <a:gd name="adj" fmla="val 7273"/>
            </a:avLst>
          </a:prstGeom>
          <a:solidFill>
            <a:srgbClr val="F3E8FF"/>
          </a:solidFill>
          <a:ln w="6350">
            <a:solidFill>
              <a:srgbClr val="6B21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5212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keyword synonyms:  "authentication failure" → authentication_failure  |  "QoS flow failed" → qos_violation  |  "radio link failure" → radio_failure  |  etc.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Architecture — Production Patterns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14300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SageMaker Real-Time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HuggingFaceModel.deploy()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ml.g5.2xlarge (1× A10G)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6883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Auto-scaling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0723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Pay per instance-hour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456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Managed infrastructure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0" y="109728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0066C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0" y="109728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0972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Self-Hosted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g6e.2xlarge (1× L40S)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0" y="23042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 GPU access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0" y="26883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 serving stack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0" y="30723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FastAPI / vLLM / TGI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3456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Manual scaling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38160" y="109728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8160" y="109728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B8A2D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10972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Outposts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On-Premise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Outpost rack in telco DC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1040" y="23042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Data never leaves facility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0" y="26883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Data residency compliance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21040" y="30723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Low-latency inference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21040" y="34564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Same APIs as cloud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937760"/>
            <a:ext cx="11338560" cy="731520"/>
          </a:xfrm>
          <a:prstGeom prst="roundRect">
            <a:avLst>
              <a:gd name="adj" fmla="val 7500"/>
            </a:avLst>
          </a:prstGeom>
          <a:solidFill>
            <a:srgbClr val="FFF4E5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37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 Deploy Mistral-Nemo-Base-2407 (99.70% F1) as primary model.  ~6-7 GB VRAM with QLoRA 4-bit — fits on a single A10G/L4 GPU.  LoRA adapter is ~50-100 MB — fast to download and swap.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Roles and Security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14300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User / SSO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0" y="1005840"/>
            <a:ext cx="4572000" cy="1371600"/>
          </a:xfrm>
          <a:prstGeom prst="roundRect">
            <a:avLst>
              <a:gd name="adj" fmla="val 5333"/>
            </a:avLst>
          </a:prstGeom>
          <a:solidFill>
            <a:srgbClr val="FFF4E5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SageMaker Execution Role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371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arn:aws:iam::ACCOUNT_ID:role/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AmazonSageMaker-ExecutionRole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840480" y="187452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AmazonSageMakerFullAccess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5303520" y="187452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1B8A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AmazonS3FullAccess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6766560" y="187452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AmazonBedrockFullAccess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2286000" y="1554480"/>
            <a:ext cx="1371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28600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Passes role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SageMaker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F9900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SageMaker AI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Jobs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3474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CreateTrainingJob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DescribeTrainingJob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 Logs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943600" y="2377440"/>
            <a:ext cx="-438912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00400" y="27432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B8A2D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3474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GetObject (data/)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PutObject (output/)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ListBucket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943600" y="2377440"/>
            <a:ext cx="-146304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126480" y="27432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6B21A8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 API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3474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InvokeModel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bedrock:Converse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access enabled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0" y="2377440"/>
            <a:ext cx="146304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052560" y="27432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052560" y="2743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Hub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(External)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52560" y="3474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download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HF_TOKEN env var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model auth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943600" y="2377440"/>
            <a:ext cx="438912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27432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Container (DLC) Image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507492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763104351884.dkr.ecr.us-east-1.amazonaws.com/huggingface-pytorch-training:2.8.0-transformers4.56.2-gpu-py312-cu129-ubuntu22.04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5669280"/>
            <a:ext cx="11338560" cy="457200"/>
          </a:xfrm>
          <a:prstGeom prst="roundRect">
            <a:avLst>
              <a:gd name="adj" fmla="val 8000"/>
            </a:avLst>
          </a:prstGeom>
          <a:solidFill>
            <a:srgbClr val="E8F4FD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pins:  PyTorch 2.3.0+cu121 (avoids CUBLAS regression in 2.10+cu128)  |  Transformers 4.46.1+ (Mistral-Nemo support)  |  Python 3.11+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Script-to-Service Component Map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1430000" cy="0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9728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generate_data.py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148840" y="1143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generation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5727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submit_training.py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48840" y="16184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fine-tuning jobs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" y="2048256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0482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train.py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48840" y="20939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SageMaker entry point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" y="2523744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25237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submit_inference.py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48840" y="25694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inference jobs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74320" y="299923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29992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inference_slm.py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48840" y="3044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SageMaker entry point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4320" y="34747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34747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evaluate_bedrock.py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4884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model eval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74320" y="3950208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0066C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3950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evaluate.py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48840" y="39959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pipeline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74320" y="4425696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0066C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442569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filter.py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48840" y="44714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removal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74320" y="4901184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4320" y="490118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report_html.py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48840" y="49469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report gen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74320" y="5376672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" y="5376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report_ppt.js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148840" y="54223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report gen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9144000" y="128016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6B21A8"/>
          </a:solidFill>
          <a:ln w="19050">
            <a:solidFill>
              <a:srgbClr val="6B21A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144000" y="1280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Bedrock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44000" y="237744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F9900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14400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SageMaker AI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144000" y="347472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1B8A2D"/>
          </a:solidFill>
          <a:ln w="19050">
            <a:solidFill>
              <a:srgbClr val="1B8A2D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14400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144000" y="420624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144000" y="4206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Hub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144000" y="493776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0066CC"/>
          </a:solidFill>
          <a:ln w="19050">
            <a:solidFill>
              <a:srgbClr val="0066CC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20">
                <a:alpha val="7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144000" y="4937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840480" y="1289304"/>
            <a:ext cx="5303520" cy="265176"/>
          </a:xfrm>
          <a:prstGeom prst="line">
            <a:avLst/>
          </a:prstGeom>
          <a:noFill/>
          <a:ln w="10160">
            <a:solidFill>
              <a:srgbClr val="6B21A8"/>
            </a:solidFill>
            <a:prstDash val="dash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840480" y="1764792"/>
            <a:ext cx="5303520" cy="886968"/>
          </a:xfrm>
          <a:prstGeom prst="line">
            <a:avLst/>
          </a:prstGeom>
          <a:noFill/>
          <a:ln w="10160">
            <a:solidFill>
              <a:srgbClr val="FF9900"/>
            </a:solidFill>
            <a:prstDash val="dash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840480" y="2240280"/>
            <a:ext cx="5303520" cy="411480"/>
          </a:xfrm>
          <a:prstGeom prst="line">
            <a:avLst/>
          </a:prstGeom>
          <a:noFill/>
          <a:ln w="10160">
            <a:solidFill>
              <a:srgbClr val="FF9900"/>
            </a:solidFill>
            <a:prstDash val="dash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3840480" y="2240280"/>
            <a:ext cx="5303520" cy="2240280"/>
          </a:xfrm>
          <a:prstGeom prst="line">
            <a:avLst/>
          </a:prstGeom>
          <a:noFill/>
          <a:ln w="10160">
            <a:solidFill>
              <a:srgbClr val="FF9900"/>
            </a:solidFill>
            <a:prstDash val="dash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840480" y="2715768"/>
            <a:ext cx="5303520" cy="-64008"/>
          </a:xfrm>
          <a:prstGeom prst="line">
            <a:avLst/>
          </a:prstGeom>
          <a:noFill/>
          <a:ln w="10160">
            <a:solidFill>
              <a:srgbClr val="FF9900"/>
            </a:solidFill>
            <a:prstDash val="dash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840480" y="3191256"/>
            <a:ext cx="5303520" cy="-539496"/>
          </a:xfrm>
          <a:prstGeom prst="line">
            <a:avLst/>
          </a:prstGeom>
          <a:noFill/>
          <a:ln w="10160">
            <a:solidFill>
              <a:srgbClr val="FF9900"/>
            </a:solidFill>
            <a:prstDash val="dash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840480" y="3191256"/>
            <a:ext cx="5303520" cy="1289304"/>
          </a:xfrm>
          <a:prstGeom prst="line">
            <a:avLst/>
          </a:prstGeom>
          <a:noFill/>
          <a:ln w="10160">
            <a:solidFill>
              <a:srgbClr val="FF9900"/>
            </a:solidFill>
            <a:prstDash val="dash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840480" y="3666744"/>
            <a:ext cx="5303520" cy="-2112264"/>
          </a:xfrm>
          <a:prstGeom prst="line">
            <a:avLst/>
          </a:prstGeom>
          <a:noFill/>
          <a:ln w="10160">
            <a:solidFill>
              <a:srgbClr val="6B21A8"/>
            </a:solidFill>
            <a:prstDash val="dash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3840480" y="4142232"/>
            <a:ext cx="5303520" cy="1069848"/>
          </a:xfrm>
          <a:prstGeom prst="line">
            <a:avLst/>
          </a:prstGeom>
          <a:noFill/>
          <a:ln w="10160">
            <a:solidFill>
              <a:srgbClr val="0066CC"/>
            </a:solidFill>
            <a:prstDash val="dash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840480" y="1764792"/>
            <a:ext cx="5303520" cy="1984248"/>
          </a:xfrm>
          <a:prstGeom prst="line">
            <a:avLst/>
          </a:prstGeom>
          <a:noFill/>
          <a:ln w="10160">
            <a:solidFill>
              <a:srgbClr val="FF9900"/>
            </a:solidFill>
            <a:prstDash val="dash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3840480" y="2715768"/>
            <a:ext cx="5303520" cy="1033272"/>
          </a:xfrm>
          <a:prstGeom prst="line">
            <a:avLst/>
          </a:prstGeom>
          <a:noFill/>
          <a:ln w="10160">
            <a:solidFill>
              <a:srgbClr val="FF9900"/>
            </a:solidFill>
            <a:prstDash val="dash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840480" y="4142232"/>
            <a:ext cx="5303520" cy="-393192"/>
          </a:xfrm>
          <a:prstGeom prst="line">
            <a:avLst/>
          </a:prstGeom>
          <a:noFill/>
          <a:ln w="10160">
            <a:solidFill>
              <a:srgbClr val="0066CC"/>
            </a:solidFill>
            <a:prstDash val="dash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74320" y="6126480"/>
            <a:ext cx="11338560" cy="41148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612648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SDKs:  boto3 (Bedrock, S3)  ·  SageMaker Python SDK (Training Jobs)  ·  transformers + peft + trl (model training)  ·  pptxgenjs (Node.js reports)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3GPP RCA Benchmark — Architecture</dc:title>
  <dc:subject>PptxGenJS Presentation</dc:subject>
  <dc:creator>SageMaker Fine-Tuning Benchmark</dc:creator>
  <cp:lastModifiedBy>SageMaker Fine-Tuning Benchmark</cp:lastModifiedBy>
  <cp:revision>1</cp:revision>
  <dcterms:created xsi:type="dcterms:W3CDTF">2026-03-11T15:52:14Z</dcterms:created>
  <dcterms:modified xsi:type="dcterms:W3CDTF">2026-03-11T15:52:14Z</dcterms:modified>
</cp:coreProperties>
</file>